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1: Представление продукта PROTOKOL HUD Manager для руководства турнира и технического директора. Ключевая цель — независимость от тяжелых legacy решений, полная стабильность и премиальный ТВ-визуал.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2: Инженерное и финансовое обоснование. LHM и EideticHM создают риски сбоев во время стрима из-за утечек памяти. PROTOKOL снижает нагрузку на систему вещания на 80-85% и запускается из одного автономного файла.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3: Стиль Fennec Cyber. Особенность: агрессивная, молодежная геометрия. Скриншот показывает тестовый видеопоток (SMPTE-таймкод) в окне камеры. В реальном матче при наведении спектатора на игрока здесь мгновенно активируется его веб-камера.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4: Fennec Broadcast — эталонный пак по чистоте верстки. В визуальных тестах подтверждено отсутствие коллизий и аккуратное центрирование камеры над карточкой фокуса.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5: Стиль Championship. Подчеркнуть честный статус: в ходе тестирования была проверена геометрия ростеров при длинных никнеймах (ELECTRONIC, PLAYERT HREE и др.). Инструментальные замеры Range.getClientRects подтвердили стабильную однострочную верстку.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6: Архитектура вебкамер. Главное преимущество — оверлей никогда не выглядит сломанным или пустым. Если физической камеры нет, зритель видит агента. Если камера подключена — она идеально встает в вырез.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7: Рабочий процесс оператора трансляции. Продукт избавляет оператора от работы с консолями, конфигами вручную или перезапусками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8: Архитектурная надежность. Разделение ответственности: быстрый сетевой GSI-парсинг на Rust, трансляция по WebSocket на 60 FPS, изолированная запись в SQLite 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9: Прозрачный статус контроля качества. Инженерная честность повышает доверие руководства: мы четко фиксируем, что доказано автотестами, а что требует финальной приемочной проверки на Windows-машине режиссера.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10: Финальное резюме для принятия решения. Продукт готов к пилотному турнирному запуску. Сформулированы понятные шаги дальнейшего технологического лидерства.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54864" cy="466344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toko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0584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194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B869"/>
                </a:solidFill>
              </a:defRPr>
            </a:pPr>
            <a:r>
              <a:t>КИБЕРСПОРТИВНЫЙ ПРОДАКШН СЛЕДУЮЩЕГО ПОКОЛЕНИЯ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PROTOKOL HUD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t>Автономный нативный комбайн управления трансляциями CS2:</a:t>
            </a:r>
            <a:br/>
            <a:r>
              <a:t>ядро Tauri v2 + Rust, 3 независимых стиля HUD, SQLite WAL и интеграция веб-камер игроков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E5FF"/>
                </a:solidFill>
              </a:defRPr>
            </a:pPr>
            <a:r>
              <a:t>ЯДРО СИСТЕМЫ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Rust Axum + Tauri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0B981"/>
                </a:solidFill>
              </a:defRPr>
            </a:pPr>
            <a:r>
              <a:t>ПАМЯТЬ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30–60 MB 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3B82F6"/>
                </a:solidFill>
              </a:defRPr>
            </a:pPr>
            <a:r>
              <a:t>ЧАСТОТА ОБНОВЛЕНИЯ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60 Hz Realtime 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B869"/>
                </a:solidFill>
              </a:defRPr>
            </a:pPr>
            <a:r>
              <a:t>ОБСЛУЖИВАНИЕ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Zero-Dependency .exe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ПОЗИЦИОНИРОВАНИЕ И 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Преодоление ограничений устаревших HUD-решений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Переход от ненадежных Node.js/Electron монолитов к скомпилированному Rust-стеку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737360"/>
              </a:tblGrid>
              <a:tr h="762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Lexogrine (LHM)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EideticHM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B869"/>
                          </a:solidFill>
                        </a:defRPr>
                      </a:pPr>
                      <a:r>
                        <a:t>PROTOKOL Manager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Архитектура ядра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Electron + Node.js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Node.js Server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E5FF"/>
                          </a:solidFill>
                        </a:defRPr>
                      </a:pPr>
                      <a:r>
                        <a:t>Tauri v2 + Rust Core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Потребление RAM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300–500 MB (утечки)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150–250 MB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30–60 MB (минимально)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Сетевой стек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Express /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Socket.io / HTTP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Axum 0.7 + Tokio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База данных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NeDB (JSON файлы)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Локальные файлы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SQLite (WAL, транзакции)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Поддержка вебкамер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Сложная ручная верстка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Хаки в CSS/OBS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Dual-Mode 16:9 (?cam=live)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18120" y="15544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55448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64207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Безотказность на длинных матчах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Нативное ядро Rust исключает утечки памяти и зависания процессов Chromium на тяжелых BO3/BO5 турнирных сериях.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31546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315468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644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Автономность без внешнего рантайма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Полноценный независимый бинарник без необходимости устанавливать Node.js, npm-пакеты или веб-серверы на вещательном ПК.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7548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4754880"/>
            <a:ext cx="54864" cy="137160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646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Честная модульная экосистема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Централизованный интерфейс оператора для мгновенного управления составами, картами, спонсорами и стилями без перезапуска игры.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СТИЛЬ HUD 01  •  КИБЕРСПОРТ И СТРИМИНГ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Fennec Cyber: Футуристичный Sci-Fi и неон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overlays/fennec-cyber  •  Энергичный визуальный стиль с полигональной геометрией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yber-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Демонстрация с тестовым паттерном видеопотока (1920×1080). В продакшне окно занимает живая камера игрока.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E5FF"/>
                </a:solidFill>
              </a:defRPr>
            </a:pPr>
            <a:r>
              <a:t>• Геометрия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Скошенные полигональные углы (clip-path: 45°), кибер-сетка и эффект динамического свечения элементов.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Цветовая схема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Неоновый циан (#00f0ff) для спецназа (CT) и неоновый пурпур/розовый (#ff007f) для террористов (T).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Окно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Встроенная скошенная 16:9 окантовка с бейджем «LIVE CAM» над плашкой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Векторный радар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Чистые неоновые контуры карты CS2 без громоздкого черного фонового квадрата.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Молодежные лиги, шоу-матчи, стримерские турниры, вечерние киберспортивные трансляции.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СТИЛЬ HUD 02  •  ТЕЛЕВИЗИОННЫЙ СТАНДАРТ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Fennec Broadcast: Чистая студийная эстетика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overlays/fennec-broadcast  •  Минимализм, матовое стекло и телевизионная эргономика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broadcast-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Эталонный лейаут пака: центрированная камера, разряженная верстка, нулевой клиппинг.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t>• Эргономика ТВ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Аккуратные скругленные углы (10px), сбалансированное центрирование фокус-панели и окна веб-камеры.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Эффект матового стекла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Использование backdrop-filter: blur(16px) для мягкой интеграции поверх любой карты и игровых спецэффектов.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Цветовая палитра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Глубокий кобальтовый синий (#1a56db) и благородный янтарный оранжевый (#f59e0b).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Типографика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Крупные, мгновенно считываемые цифры здоровья, патронов и статус саппорт-утилит команд.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Студийные трансляции, профессиональные лиги, форматы уровня PGL / BLAST.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СТИЛЬ HUD 03  •  ПРЕМИУМ И ГРАНД-ФИНАЛ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Fennec Championship: Оникс и королевское золото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overlays/fennec-championship  •  Пакет для решающих стадий и гранд-финалов чемпионатов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E5B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mpionship-names-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Актуальный рендер: подтвержденная однострочная посадка длинных никнеймов (10 игроков).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E5B869"/>
                </a:solidFill>
              </a:defRPr>
            </a:pPr>
            <a:r>
              <a:t>• Премиальный визуал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Глубокий оникс (#0d0f14), металлический графит и градиентное королевское золото (#ffd700).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Статус решающего матча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Золотой шеврон первенства, акцентные полосы активности раунда и победные фреймы.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Рамка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Двойная металлическая окантовка 2px с золотым шильдиком никнейма и KDA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Коррекция типографики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Верифицирована посадка составных никнеймов без переносов слов на всех разрешениях.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Гранд-финалы, арена-стадии, международные чемпионаты и премиальные шоу-матчи.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ИНТЕГРАЦИЯ ВИДЕО  •  PLAYER CAMERA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Двухрежимная система отображения веб-камер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Автоматическая привязка видеопотоков к SteamID64 и бесшовное переключение при смене спектатора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camer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Интерфейс встроенного тестирования камеры игрока в Tauri Manager (HTML5 / direct video).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• Режим 1: Offline / Без стримера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Если у игрока нет физической камеры, в 16:9 окне отображается высококачественный 3D-рендер бодишота активного агента CS2 с градиентным угасанием.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t>• Режим 2: Live Cam (?cam=live)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При включении камеры бодишот скрывается, а окно становится прозрачным (100%), обрамляясь фирменной рамкой выбранного стиля оверлея.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t>• Поддержка источников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Прямые потоки Direct Video (HLS, WebM, MP4) либо встраиваемые iframe-ссылки VDO.Ninja с автоматическим глушением звука (muted).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t>• Тестирование из GUI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Оператор может мгновенно проверить статус потока каждого игрока в один клик прямо из таблицы управления камерами.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РАБОЧЕЕ МЕСТО ОПЕРАТОРА  •  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Централизованный нативный пульт управления трансляцией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Современный интерфейс на Vue 3 + Tailwind CSS с полным контролем сущностей матча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Экран управления HUD-паками: переключение активного стиля, быстрый экспорт URL для 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t>1. Автоконфигурация CS2 GSI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Менеджер самостоятельно находит директорию игры в реестре Windows и генерирует конфигурационный файл gamestate_integration_protokol.cfg.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2. Выбор активного стиля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Переключение между Cyber, Broadcast и Championship в один клик. Возможность тонкой настройки отображения радара и утилит.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3. Экспорт в OBS Studio / vMix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Кнопка быстрого копирования Browser Source URL (1080p60) исключает ошибки ручного набора адресов режиссером эфира.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t>4. Управление ростерами и спонсорами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Редактирование названий команд, логотипов, спонсорских плашек и связок SteamID игроков в локальной базе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ИНЖЕНЕРИЯ И НАДЕЖНОСТЬ  •  HIGH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Архитектура сквозного конвейера данных (Data 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Субмиллисекундная обработка пакетов Valve CS2 GSI и векторный радар на 18 соревновательных карт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1. ПРИЕМ ДАННЫХ (GSI)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Порт :1349 (HTTP Axum 0.7)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Прием JSON-пейлоадов от движка CS2 (10–60 раз в секунду).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Совместимый порт-мост :31982 с токеном авторизации.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Парсинг SteamID наблюдаемого игрока с автоматическим фолбэком.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Трекинг фрагов раунда (round_kills) для мгновенной индикации на карточке.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t>2. ЯДРО И БАЗА ДАННЫХ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In-Memory State (Tokio)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Атомарный MatchSnap обновляется в памяти без блокировок потока.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База SQLite в режиме WAL (Write-Ahead Logging) для персистентности сессий.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Полная изоляция процессов: сбой базы не влияет на realtime-трансляцию.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Потребление RAM всего 30–60 MB даже при многочасовом непрерывном вещании.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3. РЕНДЕР И РАДАР (OBS)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WebSocket Broadcast 60 Hz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Мгновенная доставка кадров в оверлеи без задержек и артефактов.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Векторный радар CS2 (18 карт, 78 конфигураций уровней).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Удален черный фон: чистые неоновые контуры с мягким glow.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• Точный перевод мировых координат Valve Source Engine без инверсии масштаба.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КОНТРОЛЬ КАЧЕСТВА  • 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Честный статус готовности релизных 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Результаты комплексного тестирования в изолированной Linux-песочнице и границы текущей валидации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ПОДТВЕРЖДЕНО ТЕСТАМИ (VERIFIED)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E2E тесты веб-камер 3 HUD: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Успешно декодируются видеокадры, muted playback, сохранение DOM при пакетах GSI, переключение фокуса между игроками.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Геометрия оверлеев: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Проверено на разрешениях 1280×720, 1920×1080 и 2560×1440. Отсутствуют наложения блоков и выходы за границы экрана.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Типографика ростеров: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Математически подтверждена однострочная посадка длинных никнеймов игроков через Range.getClientRects.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Бэкенд-инженерия: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33 E2E теста бэкенда пройдены успешно; 31 модульный тест Rust и 5 интеграционных тестов SQLite выполнены без ошибок.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Пакет Linux DEB: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Tauri/WebKit CRUD и превью полностью валидированы в среде Ubuntu Noble.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ГРАНИЦЫ ВАЛИДАЦИИ И ОГРАНИЧЕНИЯ (HONEST DISCLOSURE)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Windows Runtime верификация: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Сборка protokol-hud-manager.exe (18.8 МБ) и NSIS установщика (114 МБ) успешно скомпилирована. Заголовки PE и контрольные суммы SHA-256 проверены. Финальное тестирование в рантайме требует физического запуска на Windows с системным WebView2.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Синтетические видеофид-фикстуры: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Текущие скриншоты оверлеев используют сгенерированные тестовые таблицы (SMPTE таймкод), а не живые потоки VDO.Ninja реального турнира.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• Отсутствие фиктивных заявлений: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Система честно позиционируется как готовый к предтурнирным испытаниям продукт. В релизных материалах исключены нереалистичные бенчмарки и выдуманные статусы «Major certified».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ИТОГИ И ДОРОЖНАЯ КАРТА  •  STRATEGIC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Готовность к внедрению и вектор технологического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Надежная основа для эфиров CS2 с понятным планом функционального масштабирования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t>КЛЮЧЕВЫЕ ВЫГОДЫ ДЛЯ ТУРНИРА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Снижение риска срыва эфира: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Минимальный след по оперативной памяти (30–60 МБ) и отсутствие тяжелого фонового рантайма гарантируют стабильность на 5+ часовых марафонах.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Премиальная картинка трансляции: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Три готовых самобытных стиля оверлеев (Cyber, Broadcast, Championship) закрывают потребности любых форматов — от региональных квалификаций до гранд-финалов.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Быстрый старт вещания: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Автогенерация GSI конфига и единая кнопка экспорта OBS Browser Source минимизируют человеческий фактор при настройке.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t>★ Легкая замена графических материалов: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Модульная структура позволяет оперативно брендировать HUD под спонсоров и партнеров турнира.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ПЛАН РАЗВИТИЯ СИСТЕМЫ (ROADMAP v2.1+)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WebRTC WebCam Hub: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Встроенный сервер WebRTC в ядре Axum для прямого подключения мобильных телефонов игроков как вебкамер по QR-коду без сторонних платформ.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Интерактивный Theme Customizer: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Возможность кастомизировать градиенты и фирменные цвета команд прямо из графического интерфейса менеджера без правки CSS.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Интеграция HLTV / Liquipedia API: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Автоматическая подгрузка актуальных аватаров игроков, истории встреч и турнирной сетки по коду матча.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t>➔ Событийный аудио-движок оверлея: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Синхронное воспроизведение саунд-эффектов (таймер C4, анонс Ace, победный гонг) напрямую в аудиодорожку браузерного источника 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v2.0.0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