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1: Представление продукта PROTOKOL HUD Manager для руководства турнира и технического директора. Ключевая цель — независимость от тяжелых legacy решений, полная стабильность и премиальный ТВ-визуал.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2: Инженерное и функциональное обоснование. В отличие от legacy-решений, PROTOKOL объединяет прием GSI, SQLite-хранилище и управление вещанием в едином нативном приложении с автоматической настройкой конфигов CS2.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3: Стиль Fennec Cyber. Особенность: энергичная киберспортивная геометрия. Скриншот показывает тестовый видеопоток (SMPTE-таймкод) в окне камеры. При переключении спектатора на игрока в оверлее активируется привязанная веб-камера.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4: Fennec Broadcast — эталонный пак по чистоте верстки. В визуальных тестах подтверждено отсутствие коллизий и аккуратное центрирование камеры над карточкой фокуса.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5: Стиль Championship. Подчеркнуть честный статус: в ходе тестирования была проверена геометрия ростеров при длинных никнеймах (ELECTRONIC, PLAYERT HREE и др.). Инструментальные замеры Range.getClientRects подтвердили стабильную однострочную верстку.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6: Архитектура вебкамер. Главное преимущество — оверлей никогда не выглядит сломанным или пустым. Если физической камеры нет, зритель видит агента. Если камера подключена — она идеально встает в вырез.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7: Рабочий процесс оператора трансляции. Продукт избавляет оператора от работы с консолями, конфигами вручную или перезапусками игры.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8: Архитектурная надежность. Разделение ответственности: сетевой GSI-приемник на Rust Axum, раздача событий по WebSocket в оверлеи и асинхронное сохранение сессий в SQLite 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9: Прозрачный статус контроля качества. Инженерная честность: четко фиксируем, что доказано автотестами (36 тестов библиотеки, 5 тестов хранилища, 33 backend E2E), а что требует приемки на физической Windows-машине и в боевой CS2 турнирной сессии.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10: Финальное резюме. Зафиксированы подтвержденные возможности версии 0.1.0, границы текущей верификации и практический план дальнейшего развития продукта.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54864" cy="4663440"/>
          </a:xfrm>
          <a:prstGeom prst="rect">
            <a:avLst/>
          </a:prstGeom>
          <a:solidFill>
            <a:srgbClr val="E5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otokol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0584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194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B869"/>
                </a:solidFill>
              </a:defRPr>
            </a:pPr>
            <a:r>
              <a:t>КИБЕРСПОРТИВНЫЙ ПРОДАКШН СЛЕДУЮЩЕГО ПОКОЛЕНИЯ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PROTOKOL HUD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Автономный нативный комбайн управления трансляциями CS2:</a:t>
            </a:r>
            <a:br/>
            <a:r>
              <a:t>ядро Tauri v2 + Rust, 3 независимых стиля HUD, SQLite WAL и интеграция веб-камер игроков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709160"/>
            <a:ext cx="2331720" cy="96012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00600"/>
            <a:ext cx="2057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E5FF"/>
                </a:solidFill>
              </a:defRPr>
            </a:pPr>
            <a:r>
              <a:t>ЯДРО СИСТЕМЫ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Rust Axum + Tauri v2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709160"/>
            <a:ext cx="2331720" cy="96012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800600"/>
            <a:ext cx="2057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0B981"/>
                </a:solidFill>
              </a:defRPr>
            </a:pPr>
            <a:r>
              <a:t>БАЗА ДАННЫХ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SQLite WAL (локально)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709160"/>
            <a:ext cx="2331720" cy="96012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800600"/>
            <a:ext cx="2057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B82F6"/>
                </a:solidFill>
              </a:defRPr>
            </a:pPr>
            <a:r>
              <a:t>ТЕЛЕМЕТРИЯ CS2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Realtime WebSocket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709160"/>
            <a:ext cx="2331720" cy="96012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4800600"/>
            <a:ext cx="2057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5B869"/>
                </a:solidFill>
              </a:defRPr>
            </a:pPr>
            <a:r>
              <a:t>ФОРМ-ФАКТОР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Tauri Desktop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263042"/>
          </a:solidFill>
          <a:ln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55664"/>
            <a:ext cx="8229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PROTOKOL HUD Manager  •  Комплекс CS2 турнирных трансляций  •  Версия v0.1.0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55664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E5B869"/>
                </a:solidFill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5B869"/>
                </a:solidFill>
              </a:defRPr>
            </a:pPr>
            <a:r>
              <a:t>ПОЗИЦИОНИРОВАНИЕ И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Преодоление ограничений устаревших HUD-решений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Переход от ненадежных Node.js/Electron монолитов к скомпилированному Rust-стеку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1463040"/>
                <a:gridCol w="1737360"/>
              </a:tblGrid>
              <a:tr h="7620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Lexogrine (LHM)</a:t>
                      </a:r>
                    </a:p>
                  </a:txBody>
                  <a:tcPr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EideticHM</a:t>
                      </a:r>
                    </a:p>
                  </a:txBody>
                  <a:tcPr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E5B869"/>
                          </a:solidFill>
                        </a:defRPr>
                      </a:pPr>
                      <a:r>
                        <a:t>PROTOKOL Manager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Архитектура ядра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Electron + Node.js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Node.js Server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Tauri v2 + Rust Core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Конфигурация GSI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Ручная правка cfg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Ручное копирование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Автогенерация из GUI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Сетевой стек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Express / WS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Socket.io / HTTP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Axum 0.7 + Tokio WS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База данных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NeDB (JSON файлы)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Локальные файлы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SQLite (WAL, транзакции)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Поддержка вебкамер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Сложная ручная верстка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Хаки в CSS/OBS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Dual-Mode 16:9 (?cam=live)</a:t>
                      </a:r>
                    </a:p>
                  </a:txBody>
                  <a:tcPr>
                    <a:solidFill>
                      <a:srgbClr val="13182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54480"/>
            <a:ext cx="3657600" cy="137160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55448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664207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Скомпилированное нативное ядро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Бэкенд на Rust с Axum и асинхронным рантаймом Tokio вместо интерпретируемых серверных скриптов.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154680"/>
            <a:ext cx="3657600" cy="137160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3154680"/>
            <a:ext cx="54864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264408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Единый настольный комплекс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Tauri v2 объединяет интерфейс оператора, прием GSI, хранилище SQLite и отдачу оверлеев в единое приложение.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657600" cy="137160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4754880"/>
            <a:ext cx="54864" cy="1371600"/>
          </a:xfrm>
          <a:prstGeom prst="rect">
            <a:avLst/>
          </a:prstGeom>
          <a:solidFill>
            <a:srgbClr val="E5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64608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Честная модульная экосистема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Централизованный интерфейс оператора для управления составами, картами, спонсорами и стилями без перезапуска игры.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263042"/>
          </a:solidFill>
          <a:ln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55664"/>
            <a:ext cx="8229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PROTOKOL HUD Manager  •  Комплекс CS2 турнирных трансляций  •  Версия v0.1.0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55664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E5B869"/>
                </a:solidFill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СТИЛЬ HUD 01  •  КИБЕРСПОРТ И СТРИМИНГ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Fennec Cyber: Футуристичный Sci-Fi и неон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overlays/fennec-cyber  •  Энергичный визуальный стиль с полигональной геометрией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572768"/>
            <a:ext cx="6912864" cy="3913632"/>
          </a:xfrm>
          <a:prstGeom prst="rect">
            <a:avLst/>
          </a:prstGeom>
          <a:solidFill>
            <a:srgbClr val="1318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nnec-cyber-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858000" cy="38587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04688"/>
            <a:ext cx="68580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19">
                <a:solidFill>
                  <a:srgbClr val="64748B"/>
                </a:solidFill>
              </a:defRPr>
            </a:pPr>
            <a:r>
              <a:t>Демонстрация с тестовым паттерном видеопотока (1920×1080). В продакшне окно занимает живая камера игрока.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00200"/>
            <a:ext cx="365760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830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E5FF"/>
                </a:solidFill>
              </a:defRPr>
            </a:pPr>
            <a:r>
              <a:t>• Геометрия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Скошенные полигональные углы (clip-path: 45°), кибер-сетка и эффект динамического свечения элементов.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0E5FF"/>
                </a:solidFill>
              </a:defRPr>
            </a:pPr>
            <a:r>
              <a:t>• Цветовая схема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Неоновый циан (#00f0ff) для спецназа (CT) и неоновый пурпур/розовый (#ff007f) для террористов (T).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0E5FF"/>
                </a:solidFill>
              </a:defRPr>
            </a:pPr>
            <a:r>
              <a:t>• Окно веб-камеры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Встроенная скошенная 16:9 окантовка с бейджем «LIVE CAM» над плашкой активного игрока.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0E5FF"/>
                </a:solidFill>
              </a:defRPr>
            </a:pPr>
            <a:r>
              <a:t>• Векторный радар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Чистые неоновые контуры карты CS2 без громоздкого черного фонового квадрата.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0E5FF"/>
                </a:solidFill>
              </a:defRPr>
            </a:pPr>
            <a:r>
              <a:t>• Назначение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Молодежные лиги, шоу-матчи, стримерские турниры, вечерние киберспортивные трансляции.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263042"/>
          </a:solidFill>
          <a:ln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8229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PROTOKOL HUD Manager  •  Комплекс CS2 турнирных трансляций  •  Версия v0.1.0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55664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E5B869"/>
                </a:solidFill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СТИЛЬ HUD 02  •  ТЕЛЕВИЗИОННЫЙ СТАНДАРТ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Fennec Broadcast: Чистая студийная эстетика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overlays/fennec-broadcast  •  Минимализм, матовое стекло и телевизионная эргономика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572768"/>
            <a:ext cx="6912864" cy="3913632"/>
          </a:xfrm>
          <a:prstGeom prst="rect">
            <a:avLst/>
          </a:prstGeom>
          <a:solidFill>
            <a:srgbClr val="1318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nnec-broadcast-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858000" cy="38587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04688"/>
            <a:ext cx="68580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19">
                <a:solidFill>
                  <a:srgbClr val="64748B"/>
                </a:solidFill>
              </a:defRPr>
            </a:pPr>
            <a:r>
              <a:t>Эталонный лейаут пака: центрированная камера, разряженная верстка, нулевой клиппинг.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00200"/>
            <a:ext cx="365760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830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• Эргономика ТВ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Аккуратные скругленные углы (10px), сбалансированное центрирование фокус-панели и окна веб-камеры.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3B82F6"/>
                </a:solidFill>
              </a:defRPr>
            </a:pPr>
            <a:r>
              <a:t>• Эффект матового стекла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Использование backdrop-filter: blur(16px) для мягкой интеграции поверх любой карты и игровых спецэффектов.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3B82F6"/>
                </a:solidFill>
              </a:defRPr>
            </a:pPr>
            <a:r>
              <a:t>• Цветовая палитра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Глубокий кобальтовый синий (#1a56db) и благородный янтарный оранжевый (#f59e0b).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3B82F6"/>
                </a:solidFill>
              </a:defRPr>
            </a:pPr>
            <a:r>
              <a:t>• Типографика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Крупные, четко считываемые цифры здоровья, патронов и статус саппорт-утилит команд.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3B82F6"/>
                </a:solidFill>
              </a:defRPr>
            </a:pPr>
            <a:r>
              <a:t>• Назначение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Студийные трансляции, профессиональные лиги, форматы уровня PGL / BLAST.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263042"/>
          </a:solidFill>
          <a:ln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8229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PROTOKOL HUD Manager  •  Комплекс CS2 турнирных трансляций  •  Версия v0.1.0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55664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E5B869"/>
                </a:solidFill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5B869"/>
                </a:solidFill>
              </a:defRPr>
            </a:pPr>
            <a:r>
              <a:t>СТИЛЬ HUD 03  •  ПРЕМИУМ И ГРАНД-ФИНАЛ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Fennec Championship: Оникс и королевское золото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overlays/fennec-championship  •  Пакет для решающих стадий и гранд-финалов чемпионатов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572768"/>
            <a:ext cx="6912864" cy="3913632"/>
          </a:xfrm>
          <a:prstGeom prst="rect">
            <a:avLst/>
          </a:prstGeom>
          <a:solidFill>
            <a:srgbClr val="131822"/>
          </a:solidFill>
          <a:ln w="12700">
            <a:solidFill>
              <a:srgbClr val="E5B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mpionship-names-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858000" cy="38587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04688"/>
            <a:ext cx="68580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19">
                <a:solidFill>
                  <a:srgbClr val="64748B"/>
                </a:solidFill>
              </a:defRPr>
            </a:pPr>
            <a:r>
              <a:t>Актуальный рендер: подтвержденная однострочная посадка длинных никнеймов (10 игроков).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00200"/>
            <a:ext cx="365760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830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5B869"/>
                </a:solidFill>
              </a:defRPr>
            </a:pPr>
            <a:r>
              <a:t>• Премиальный визуал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Глубокий оникс (#0d0f14), металлический графит и градиентное королевское золото (#ffd700).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E5B869"/>
                </a:solidFill>
              </a:defRPr>
            </a:pPr>
            <a:r>
              <a:t>• Статус решающего матча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Золотой шеврон первенства, акцентные полосы активности раунда и победные фреймы.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E5B869"/>
                </a:solidFill>
              </a:defRPr>
            </a:pPr>
            <a:r>
              <a:t>• Рамка веб-камеры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Двойная металлическая окантовка 2px с золотым шильдиком никнейма и KDA активного игрока.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E5B869"/>
                </a:solidFill>
              </a:defRPr>
            </a:pPr>
            <a:r>
              <a:t>• Коррекция типографики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Верифицирована посадка составных никнеймов без переносов слов на всех разрешениях.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E5B869"/>
                </a:solidFill>
              </a:defRPr>
            </a:pPr>
            <a:r>
              <a:t>• Назначение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Финальные стадии, арена-трансляции, турнирные серии и шоу-матчи.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263042"/>
          </a:solidFill>
          <a:ln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8229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PROTOKOL HUD Manager  •  Комплекс CS2 турнирных трансляций  •  Версия v0.1.0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55664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E5B869"/>
                </a:solidFill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5B869"/>
                </a:solidFill>
              </a:defRPr>
            </a:pPr>
            <a:r>
              <a:t>ИНТЕГРАЦИЯ ВИДЕО  •  PLAYER CAMERA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Двухрежимная система отображения веб-камер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Автоматическая привязка видеопотоков к SteamID64 и бесшовное переключение при смене спектатора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572768"/>
            <a:ext cx="6912864" cy="3913632"/>
          </a:xfrm>
          <a:prstGeom prst="rect">
            <a:avLst/>
          </a:prstGeom>
          <a:solidFill>
            <a:srgbClr val="1318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nager-camera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858000" cy="38587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04688"/>
            <a:ext cx="68580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19">
                <a:solidFill>
                  <a:srgbClr val="64748B"/>
                </a:solidFill>
              </a:defRPr>
            </a:pPr>
            <a:r>
              <a:t>Интерфейс встроенного тестирования камеры игрока в Tauri Manager (HTML5 / direct video).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00200"/>
            <a:ext cx="365760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830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• Режим 1: Offline / Без стримера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Если у игрока нет физической камеры, в 16:9 окне отображается высококачественный 3D-рендер бодишота активного агента CS2 с градиентным угасанием.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• Режим 2: Live Cam (?cam=live)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При включении камеры бодишот скрывается, а окно становится прозрачным (100%), обрамляясь фирменной рамкой выбранного стиля оверлея.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• Поддержка источников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Прямые потоки Direct Video (HLS, WebM, MP4) либо встраиваемые iframe-ссылки VDO.Ninja с автоматическим глушением звука (muted).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• Тестирование из GUI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Оператор может проверить статус потока каждого игрока в один клик прямо из таблицы управления камерами.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263042"/>
          </a:solidFill>
          <a:ln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8229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PROTOKOL HUD Manager  •  Комплекс CS2 турнирных трансляций  •  Версия v0.1.0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55664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E5B869"/>
                </a:solidFill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5B869"/>
                </a:solidFill>
              </a:defRPr>
            </a:pPr>
            <a:r>
              <a:t>РАБОЧЕЕ МЕСТО ОПЕРАТОРА  •  CONTROL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Централизованный нативный пульт управления трансляцией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Современный интерфейс на Vue 3 + Tailwind CSS с полным контролем сущностей матча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572768"/>
            <a:ext cx="6912864" cy="3913632"/>
          </a:xfrm>
          <a:prstGeom prst="rect">
            <a:avLst/>
          </a:prstGeom>
          <a:solidFill>
            <a:srgbClr val="1318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nager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858000" cy="38587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04688"/>
            <a:ext cx="68580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19">
                <a:solidFill>
                  <a:srgbClr val="64748B"/>
                </a:solidFill>
              </a:defRPr>
            </a:pPr>
            <a:r>
              <a:t>Экран управления HUD-паками: переключение активного стиля, быстрый экспорт URL для OBS.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00200"/>
            <a:ext cx="365760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830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1. Автоконфигурация CS2 GSI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Менеджер самостоятельно находит директорию игры в реестре Windows и генерирует конфигурационный файл gamestate_integration_protokol.cfg.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3B82F6"/>
                </a:solidFill>
              </a:defRPr>
            </a:pPr>
            <a:r>
              <a:t>2. Выбор активного стиля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Переключение между Cyber, Broadcast и Championship в один клик. Возможность тонкой настройки отображения радара и утилит.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3B82F6"/>
                </a:solidFill>
              </a:defRPr>
            </a:pPr>
            <a:r>
              <a:t>3. Экспорт в OBS Studio / vMix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Кнопка быстрого копирования Browser Source URL (1080p60) исключает ошибки ручного набора адресов режиссером эфира.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3B82F6"/>
                </a:solidFill>
              </a:defRPr>
            </a:pPr>
            <a:r>
              <a:t>4. Управление ростерами и спонсорами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Редактирование названий команд, логотипов, спонсорских плашек и связок SteamID игроков в локальной базе SQLite.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263042"/>
          </a:solidFill>
          <a:ln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8229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PROTOKOL HUD Manager  •  Комплекс CS2 турнирных трансляций  •  Версия v0.1.0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55664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E5B869"/>
                </a:solidFill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5B869"/>
                </a:solidFill>
              </a:defRPr>
            </a:pPr>
            <a:r>
              <a:t>ИНЖЕНЕРИЯ И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Архитектура сквозного конвейера данных (Data 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Обработка пакетов Valve CS2 GSI и векторный радар на 18 соревновательных карт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1. ПРИЕМ ДАННЫХ (GSI)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Порт :1349 (HTTP Axum 0.7)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Прием JSON-пейлоадов от движка CS2 по спецификации GSI.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Совместимый порт-мост :31982 с проверкой токена авторизации.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Парсинг SteamID наблюдаемого игрока с автоматическим фолбэком.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Трекинг фрагов раунда (round_kills) для индикации на карточке.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B869"/>
                </a:solidFill>
              </a:defRPr>
            </a:pPr>
            <a:r>
              <a:t>2. ЯДРО И БАЗА ДАННЫХ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In-Memory State (Tokio)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Атомарное обновление структуры MatchSnap в асинхронном рантайме.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База SQLite в режиме WAL (Write-Ahead Logging) для персистентности сессий.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Асинхронные задачи Tokio для записи истории без блокировки сетевого цикла.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Компактный нативный бинарник без тяжелого виртуального окружения.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00200"/>
            <a:ext cx="338328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3. РЕНДЕР И РАДАР (OBS)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WebSocket Broadcast (Realtime)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Событийная доставка обновлений состояния матча в оверлеи OBS Studio.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Векторный радар CS2 (18 карт, 78 конфигураций уровней).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Прозрачный альфа-канал без черного фона с контурным свечением.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Точный перевод мировых координат Valve Source Engine без инверсии масштаба.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263042"/>
          </a:solidFill>
          <a:ln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8229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PROTOKOL HUD Manager  •  Комплекс CS2 турнирных трансляций  •  Версия v0.1.0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55664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E5B869"/>
                </a:solidFill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5B869"/>
                </a:solidFill>
              </a:defRPr>
            </a:pPr>
            <a:r>
              <a:t>КОНТРОЛЬ КАЧЕСТВА  •  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Честный статус готовности релизных компонентов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Результаты комплексного тестирования в изолированной Linux-песочнице и границы текущей валидации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ПОДТВЕРЖДЕНО ТЕСТАМИ (VERIFIED)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E2E тесты веб-камер 3 HUD: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Успешно декодируются видеокадры, muted playback, сохранение DOM при пакетах GSI, переключение фокуса между игроками.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Геометрия оверлеев: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Проверено на разрешениях 1280×720, 1920×1080 и 2560×1440. Отсутствуют наложения блоков и выходы за границы экрана.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Типографика ростеров: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Математически подтверждена однострочная посадка длинных никнеймов игроков через Range.getClientRects.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Бэкенд-инженерия: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33 E2E теста бэкенда пройдены успешно; 36 модульных тестов библиотеки и 5 интеграционных тестов camera_storage выполнены без ошибок.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✓ Пакет Linux DEB: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Tauri/WebKit CRUD и превью полностью валидированы в среде Ubuntu Noble.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ГРАНИЦЫ ВАЛИДАЦИИ И ОГРАНИЧЕНИЯ (HONEST DISCLOSURE)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• Windows Runtime верификация: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Сборка protokol-hud-manager.exe (18.8 МБ) и NSIS установщика (114 МБ) успешно скомпилирована. Заголовки PE и контрольные суммы SHA-256 проверены. Финальное подтверждение нативного Windows GUI остается открытым (signoff pending) до ручной приемки в среде с системным WebView2.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• Синтетические видеофид-фикстуры: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Текущие скриншоты оверлеев используют сгенерированные тестовые таблицы (SMPTE таймкод), а не живые потоки VDO.Ninja реального турнира. Сквозная турнирная сессия CS2 в боевых условиях пока не подтверждена.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• Отсутствие невалидированных бенчмарков: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В релизных материалах исключены неподтвержденные бенчмарки RAM и задержек, а также громкие маркетинговые статусы. Текущая версия приложения — 0.1.0.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263042"/>
          </a:solidFill>
          <a:ln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8229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PROTOKOL HUD Manager  •  Комплекс CS2 турнирных трансляций  •  Версия v0.1.0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55664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E5B869"/>
                </a:solidFill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5B869"/>
                </a:solidFill>
              </a:defRPr>
            </a:pPr>
            <a:r>
              <a:t>ИТОГИ И ДОРОЖНАЯ КАРТА  •  STRATEGIC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Готовность к внедрению и вектор технологического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Надежная основа для эфиров CS2 с понятным планом функционального масштабирования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B869"/>
                </a:solidFill>
              </a:defRPr>
            </a:pPr>
            <a:r>
              <a:t>КЛЮЧЕВЫЕ ВЫГОДЫ ДЛЯ ТУРНИРА</a:t>
            </a:r>
          </a:p>
          <a:p>
            <a:pPr>
              <a:defRPr sz="950" b="1">
                <a:solidFill>
                  <a:srgbClr val="E5B869"/>
                </a:solidFill>
              </a:defRPr>
            </a:pPr>
            <a:r>
              <a:t>★ Снижение риска сбоев эфира: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Отказ от внешнего рантайма Node.js и тяжелых промежуточных сервисов в пользу скомпилированного нативного бэкенда.</a:t>
            </a:r>
          </a:p>
          <a:p>
            <a:pPr>
              <a:defRPr sz="950" b="1">
                <a:solidFill>
                  <a:srgbClr val="E5B869"/>
                </a:solidFill>
              </a:defRPr>
            </a:pPr>
            <a:r>
              <a:t>★ Премиальная картинка трансляции: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Три готовых самобытных стиля оверлеев (Cyber, Broadcast, Championship) закрывают потребности любых форматов — от региональных квалификаций до гранд-финалов.</a:t>
            </a:r>
          </a:p>
          <a:p>
            <a:pPr>
              <a:defRPr sz="950" b="1">
                <a:solidFill>
                  <a:srgbClr val="E5B869"/>
                </a:solidFill>
              </a:defRPr>
            </a:pPr>
            <a:r>
              <a:t>★ Быстрый старт вещания: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Автогенерация GSI конфига и единая кнопка экспорта OBS Browser Source минимизируют человеческий фактор при настройке.</a:t>
            </a:r>
          </a:p>
          <a:p>
            <a:pPr>
              <a:defRPr sz="950" b="1">
                <a:solidFill>
                  <a:srgbClr val="E5B869"/>
                </a:solidFill>
              </a:defRPr>
            </a:pPr>
            <a:r>
              <a:t>★ Легкая замена графических материалов: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Модульная структура позволяет оперативно брендировать HUD под спонсоров и партнеров турнира.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ПЛАН РАЗВИТИЯ СИСТЕМЫ (ROADMAP v0.2+)</a:t>
            </a:r>
          </a:p>
          <a:p>
            <a:pPr>
              <a:defRPr sz="950" b="1">
                <a:solidFill>
                  <a:srgbClr val="00E5FF"/>
                </a:solidFill>
              </a:defRPr>
            </a:pPr>
            <a:r>
              <a:t>➔ WebRTC WebCam Hub: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Встроенный сервер WebRTC в ядре Axum для прямого подключения мобильных телефонов игроков как вебкамер по QR-коду без сторонних платформ.</a:t>
            </a:r>
          </a:p>
          <a:p>
            <a:pPr>
              <a:defRPr sz="950" b="1">
                <a:solidFill>
                  <a:srgbClr val="00E5FF"/>
                </a:solidFill>
              </a:defRPr>
            </a:pPr>
            <a:r>
              <a:t>➔ Интерактивный Theme Customizer: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Возможность кастомизировать градиенты и фирменные цвета команд прямо из графического интерфейса менеджера без правки CSS.</a:t>
            </a:r>
          </a:p>
          <a:p>
            <a:pPr>
              <a:defRPr sz="950" b="1">
                <a:solidFill>
                  <a:srgbClr val="00E5FF"/>
                </a:solidFill>
              </a:defRPr>
            </a:pPr>
            <a:r>
              <a:t>➔ Интеграция HLTV / Liquipedia API: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Автоматическая подгрузка актуальных аватаров игроков, истории встреч и турнирной сетки по коду матча.</a:t>
            </a:r>
          </a:p>
          <a:p>
            <a:pPr>
              <a:defRPr sz="950" b="1">
                <a:solidFill>
                  <a:srgbClr val="00E5FF"/>
                </a:solidFill>
              </a:defRPr>
            </a:pPr>
            <a:r>
              <a:t>➔ Событийный аудио-движок оверлея: 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Синхронное воспроизведение саунд-эффектов (таймер C4, анонс Ace, победный гонг) напрямую в аудиодорожку браузерного источника OBS.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263042"/>
          </a:solidFill>
          <a:ln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8229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PROTOKOL HUD Manager  •  Комплекс CS2 турнирных трансляций  •  Версия v0.1.0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55664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E5B869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