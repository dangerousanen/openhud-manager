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1: Представление продукта PROTOKOL HUD Manager для руководства турнира и технического директора. Ключевая цель — независимость от тяжелых legacy решений, полная стабильность и премиальный ТВ-визуал.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2: Инженерное и функциональное обоснование. В отличие от legacy-решений, PROTOKOL объединяет прием GSI, SQLite-хранилище и управление вещанием в едином нативном приложении с автоматической настройкой конфигов CS2.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3: Стиль Fennec Cyber. Особенность: энергичная киберспортивная геометрия. Скриншот демонстрирует прозрачный радар и статический 2D-фолбэк агента спецназа (SAS/CT) при отсутствии активной веб-камеры (не является видеопотоком камеры, без имитации игрового фона). При подключении камеры окно бесшовно занимает живой видеопоток.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4: Fennec Broadcast — эталонный пак по чистоте верстки. На скриншоте показан прозрачный радар и статический 2D-фолбэк агента террористов при отсутствии видеопотока (не вебкамера, без наложения фейкового геймплея). Аккуратное центрирование камеры над карточкой фокуса.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5: Стиль Championship. Скриншот фиксирует прозрачный радар и статический 2D-фолбэк агента спецназа (SAS) вместо видеопотока веб-камеры (без фейкового фона геймплея). Подтверждена стабильная однострочная верстка ростеров при длинных никнеймах игроков.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6: Архитектура вебкамер. Главное преимущество — оверлей никогда не выглядит сломанным или пустым. Если физической камеры нет, зритель видит статический аватар агента CS2 (надежный фолбэк). Если камера подключена — она идеально встает в вырез.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7: Рабочий процесс оператора трансляции. Продукт избавляет оператора от работы с консолями, конфигами вручную или перезапусками игры.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8: Архитектурная надежность. Разделение ответственности: сетевой GSI-приемник на Rust Axum, раздача событий по WebSocket в оверлеи и асинхронное сохранение сессий в SQLite 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9: Прозрачный статус контроля качества. Инженерная честность: четко фиксируем, что доказано автотестами (36 тестов библиотеки, 5 тестов хранилища, 33 backend E2E), а что требует приемки на физической Windows-машине и в боевой CS2 турнирной сессии.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10: Финальное резюме. Зафиксированы подтвержденные возможности версии 0.1.0, границы текущей верификации и практический план дальнейшего развития продукта.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11: Практическое развёртывание и настройка CS2 GSI. Акцент на критическом требовании Valve: полные данные по всем 10 игрокам и радару передаются исключительно на клиент наблюдателя (GOTV / Spectator), а не на обычный клиент игрока (POV). Настройка конфига выполняется в один клик из интерфейса Настроек менеджера.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12: Настройка эфирного софта и оверлеев. Разбор критических настроек OBS Browser Source — предотвращение разрыва WebSocket-канала при переключении сцен. Демонстрация безопасного импорта паков через ZIP-архивы и раздачи оверлеев из AppData.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13: Работа с веб-камерами и регламент оператора. Гарантия стабильности: система кэширования DOM предотвращает мерцание видеопотоков, а при отсутствии веб-камеры включается статический аватар агента. Чек-лист и типовые сценарии устранения неполадок обеспечивают готовность технической бригады к любым инцидентам.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54864" cy="4663440"/>
          </a:xfrm>
          <a:prstGeom prst="rect">
            <a:avLst/>
          </a:prstGeom>
          <a:solidFill>
            <a:srgbClr val="E5B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otokol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05840"/>
            <a:ext cx="1005840" cy="1005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21945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5B869"/>
                </a:solidFill>
              </a:defRPr>
            </a:pPr>
            <a:r>
              <a:t>КИБЕРСПОРТИВНЫЙ ПРОДАКШН СЛЕДУЮЩЕГО ПОКОЛЕНИЯ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rPr/>
              <a:t>PROTOKOL HUD Manager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CBD5E1"/>
                </a:solidFill>
              </a:defRPr>
            </a:pPr>
            <a:r>
              <a:rPr/>
              <a:t>Автономный нативный комбайн управления трансляциями CS2:</a:t>
            </a:r>
            <a:br/>
            <a:r>
              <a:rPr/>
              <a:t>ядро Tauri v2 + Rust, 3 независимых стиля HUD, SQLite WAL и интеграция веб-камер игроков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E5FF"/>
                </a:solidFill>
              </a:defRPr>
            </a:pPr>
            <a:r>
              <a:rPr/>
              <a:t>ЯДРО СИСТЕМЫ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rPr/>
              <a:t>Rust Axum + Tauri v2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0B981"/>
                </a:solidFill>
              </a:defRPr>
            </a:pPr>
            <a:r>
              <a:rPr/>
              <a:t>БАЗА ДАННЫХ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rPr/>
              <a:t>SQLite WAL (локально)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3B82F6"/>
                </a:solidFill>
              </a:defRPr>
            </a:pPr>
            <a:r>
              <a:rPr/>
              <a:t>ТЕЛЕМЕТРИЯ CS2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rPr/>
              <a:t>Realtime WebSocket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E5B869"/>
                </a:solidFill>
              </a:defRPr>
            </a:pPr>
            <a:r>
              <a:rPr/>
              <a:t>ФОРМ-ФАКТОР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rPr/>
              <a:t>Tauri Desktop 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ПОЗИЦИОНИРОВАНИЕ И ЦЕННОСТЬ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Преодоление ограничений устаревших HUD-решений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Переход от ненадежных Node.js/Electron монолитов к скомпилированному Rust-стеку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6858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463040"/>
                <a:gridCol w="1463040"/>
                <a:gridCol w="1737360"/>
              </a:tblGrid>
              <a:tr h="76200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Параметр</a:t>
                      </a:r>
                    </a:p>
                  </a:txBody>
                  <a:tcPr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Lexogrine (LHM)</a:t>
                      </a:r>
                    </a:p>
                  </a:txBody>
                  <a:tcPr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EideticHM</a:t>
                      </a:r>
                    </a:p>
                  </a:txBody>
                  <a:tcPr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B869"/>
                          </a:solidFill>
                        </a:defRPr>
                      </a:pPr>
                      <a:r>
                        <a:t>PROTOKOL Manager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Архитектура ядра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Electron + Node.js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Node.js Server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E5FF"/>
                          </a:solidFill>
                        </a:defRPr>
                      </a:pPr>
                      <a:r>
                        <a:t>Tauri v2 + Rust Core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Конфигурация GSI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Ручная правка cfg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Ручное копирование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Автогенерация из GUI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Сетевой стек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Express / WS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Socket.io / HTTP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Axum 0.7 + Tokio WS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База данных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NeDB (JSON файлы)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Локальные файлы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SQLite (WAL, транзакции)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Поддержка вебкамер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Сложная ручная верстка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Хаки в CSS/OBS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Dual-Mode 16:9 (?cam=live)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18120" y="1554480"/>
            <a:ext cx="3657600" cy="137160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554480"/>
            <a:ext cx="54864" cy="137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664207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rPr/>
              <a:t>Скомпилированное нативное ядро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Бэкенд на Rust с Axum и асинхронным рантаймом Tokio вместо интерпретируемых серверных скриптов.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3154680"/>
            <a:ext cx="3657600" cy="137160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18120" y="3154680"/>
            <a:ext cx="54864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2644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rPr/>
              <a:t>Единый настольный комплекс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Tauri v2 объединяет интерфейс оператора, прием GSI, хранилище SQLite и отдачу оверлеев в единое приложение.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4754880"/>
            <a:ext cx="3657600" cy="137160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4754880"/>
            <a:ext cx="54864" cy="1371600"/>
          </a:xfrm>
          <a:prstGeom prst="rect">
            <a:avLst/>
          </a:prstGeom>
          <a:solidFill>
            <a:srgbClr val="E5B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48646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rPr/>
              <a:t>Честная модульная экосистема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Централизованный интерфейс оператора для управления составами, картами, спонсорами и стилями без перезапуска игры.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E5FF"/>
                </a:solidFill>
              </a:defRPr>
            </a:pPr>
            <a:r>
              <a:t>СТИЛЬ HUD 01  •  КИБЕРСПОРТ И СТРИМИНГ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Fennec Cyber: Футуристичный Sci-Fi и неон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overlays/fennec-cyber  •  Энергичный визуальный стиль с полигональной геометрией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nnec-cyber-agent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Оверлей 1080p: прозрачный радар, статический 2D-фолбэк агента CT/T (не вебкамера).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  <a:normAutofit fontScale="63000" lnSpcReduction="10000"/>
          </a:bodyPr>
          <a:lstStyle/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Геометрия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Скошенные полигональные углы (clip-path: 45°), кибер-сетка и эффект динамического свечения элементов.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Цветовая схема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Неоновый циан (#00f0ff) для спецназа (CT) и неоновый пурпур/розовый (#ff007f) для террористов (T).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Окно веб-камеры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Встроенная скошенная 16:9 окантовка с бейджем «LIVE CAM». При отсутствии камеры отображается статический агент.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Векторный радар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Чистые неоновые контуры карты CS2 без громоздкого черного фонового квадрата (альфа-прозрачность).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Назначение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Молодежные лиги, шоу-матчи, стримерские турниры, вечерние киберспортивные трансляции.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B82F6"/>
                </a:solidFill>
              </a:defRPr>
            </a:pPr>
            <a:r>
              <a:t>СТИЛЬ HUD 02  •  ТЕЛЕВИЗИОННЫЙ СТАНДАРТ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Fennec Broadcast: Чистая студийная эстетика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overlays/fennec-broadcast  •  Минимализм, матовое стекло и телевизионная эргономика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nnec-broadcast-agent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Студийный оверлей: прозрачная миникарта, статический агент CT/T в фокусе (не вебкамера).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  <a:normAutofit fontScale="68000" lnSpcReduction="10000"/>
          </a:bodyPr>
          <a:lstStyle/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Эргономика ТВ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Аккуратные скругленные углы (10px), сбалансированное центрирование фокус-панели и окна веб-камеры.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Эффект матового стекла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Использование backdrop-filter: blur(16px) для мягкой интеграции поверх любой карты и игровых спецэффектов.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Цветовая палитра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Глубокий кобальтовый синий (#1a56db) и благородный янтарный оранжевый (#f59e0b).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Типографика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Крупные, четко считываемые цифры здоровья, патронов и статус саппорт-утилит команд.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Назначение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Студийные трансляции, профессиональные лиги, форматы уровня PGL / BLAST.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СТИЛЬ HUD 03  •  ПРЕМИУМ И ГРАНД-ФИНАЛ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Fennec Championship: Оникс и королевское золото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overlays/fennec-championship  •  Пакет для решающих стадий и гранд-финалов чемпионатов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E5B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nnec-championship-agent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Золотой HUD: прозрачный радар, однострочные ростеры, статический агент CT/T (не вебкамера).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  <a:normAutofit fontScale="74000" lnSpcReduction="10000"/>
          </a:bodyPr>
          <a:lstStyle/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Премиальный визуал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Глубокий оникс (#0d0f14), металлический графит и градиентное королевское золото (#ffd700).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Статус решающего матча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Золотой шеврон первенства, акцентные полосы активности раунда и победные фреймы.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Рамка веб-камеры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Двойная металлическая окантовка 2px с золотым шильдиком никнейма и KDA активного игрока.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Коррекция типографики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Верифицирована посадка составных никнеймов без переносов слов на всех разрешениях.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Назначение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Финальные стадии, арена-трансляции, турнирные серии и шоу-матчи.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ИНТЕГРАЦИЯ ВИДЕО  •  PLAYER CAMERA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Двухрежимная система отображения веб-камер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Автоматическая привязка видеопотоков к SteamID64 и бесшовное переключение при смене спектатора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nager-camera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Интерфейс встроенного тестирования камеры игрока в Tauri Manager (HTML5 / direct video).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  <a:normAutofit fontScale="65000" lnSpcReduction="10000"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rPr/>
              <a:t>• Режим 1: Offline / Без стримера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Если у игрока нет физической камеры, в 16:9 окне отображается высококачественный 3D-рендер бодишота активного агента CS2 с градиентным угасанием.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F59E0B"/>
                </a:solidFill>
              </a:defRPr>
            </a:pPr>
            <a:r>
              <a:rPr/>
              <a:t>• Режим 2: Live Cam (?cam=live)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При включении камеры бодишот скрывается, а окно становится прозрачным (100%), обрамляясь фирменной рамкой выбранного стиля оверлея.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F59E0B"/>
                </a:solidFill>
              </a:defRPr>
            </a:pPr>
            <a:r>
              <a:rPr/>
              <a:t>• Поддержка источников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Прямые потоки Direct Video (HLS, WebM, MP4) либо встраиваемые iframe-ссылки VDO.Ninja с автоматическим глушением звука (muted).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F59E0B"/>
                </a:solidFill>
              </a:defRPr>
            </a:pPr>
            <a:r>
              <a:rPr/>
              <a:t>• Тестирование из GUI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Оператор может проверить статус потока каждого игрока в один клик прямо из таблицы управления камерами.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РАБОЧЕЕ МЕСТО ОПЕРАТОРА  •  CONTROL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Централизованный нативный пульт управления трансляцией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Современный интерфейс на Vue 3 + Tailwind CSS с полным контролем сущностей матча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nager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Экран управления HUD-паками: переключение активного стиля, быстрый экспорт URL для OBS.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  <a:normAutofit fontScale="71000" lnSpcReduction="10000"/>
          </a:bodyPr>
          <a:lstStyle/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1. Автоконфигурация CS2 GSI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Менеджер самостоятельно находит директорию игры в реестре Windows и генерирует конфигурационный файл gamestate_integration_protokol.cfg.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2. Выбор активного стиля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Переключение между Cyber, Broadcast и Championship в один клик. Возможность тонкой настройки отображения радара и утилит.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3. Экспорт в OBS Studio / vMix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Кнопка быстрого копирования Browser Source URL (1080p60) исключает ошибки ручного набора адресов режиссером эфира.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4. Управление ростерами и спонсорами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Редактирование названий команд, логотипов, спонсорских плашек и связок SteamID игроков в локальной базе SQLite.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ИНЖЕНЕРИЯ И АРХИТЕКТУРА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Архитектура сквозного конвейера данных (Data Flow)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Обработка пакетов Valve CS2 GSI и векторный радар на 18 соревновательных карт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rPr/>
              <a:t>1. ПРИЕМ ДАННЫХ (GSI)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Порт :1349 (HTTP Axum 0.7)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Прием JSON-пейлоадов от движка CS2 по спецификации GSI.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Совместимый порт-мост :31982 с проверкой токена авторизации.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Парсинг SteamID наблюдаемого игрока с автоматическим фолбэком.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Трекинг фрагов раунда (round_kills) для индикации на карточке.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rPr/>
              <a:t>2. ЯДРО И БАЗА ДАННЫХ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In-Memory State (Tokio)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Атомарное обновление структуры MatchSnap в асинхронном рантайме.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База SQLite в режиме WAL (Write-Ahead Logging) для персистентности сессий.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Асинхронные задачи Tokio для записи истории без блокировки сетевого цикла.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Компактный нативный бинарник без тяжелого виртуального окружения.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rPr/>
              <a:t>3. РЕНДЕР И РАДАР (OBS)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WebSocket Broadcast (Realtime)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Событийная доставка обновлений состояния матча в оверлеи OBS Studio.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Векторный радар CS2 (18 карт, 78 конфигураций уровней).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Прозрачный альфа-канал без черного фона с контурным свечением.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Точный перевод мировых координат Valve Source Engine без инверсии масштаба.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КОНТРОЛЬ КАЧЕСТВА  •  VERIFICATION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Честный статус готовности релизных компонентов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Результаты комплексного тестирования в изолированной Linux-песочнице и границы текущей валидации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  <a:normAutofit fontScale="89000" lnSpcReduction="10000"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rPr/>
              <a:t>ПОДТВЕРЖДЕНО ТЕСТАМИ (VERIFIED)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E2E тесты веб-камер 3 HUD: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Успешно декодируются видеокадры, muted playback, сохранение DOM при пакетах GSI, переключение фокуса между игроками.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Геометрия оверлеев: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Проверено на разрешениях 1280×720, 1920×1080 и 2560×1440. Отсутствуют наложения блоков и выходы за границы экрана.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Типографика ростеров: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Математически подтверждена однострочная посадка длинных никнеймов игроков через Range.getClientRects.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Бэкенд-инженерия: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33 E2E теста бэкенда пройдены успешно; 36 модульных тестов библиотеки и 5 интеграционных тестов camera_storage выполнены без ошибок.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Пакет Linux DEB: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Tauri/WebKit CRUD и превью полностью валидированы в среде Ubuntu Noble.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  <a:normAutofit fontScale="89000" lnSpcReduction="10000"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rPr/>
              <a:t>ГРАНИЦЫ ВАЛИДАЦИИ И ОГРАНИЧЕНИЯ (HONEST DISCLOSURE)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Windows Runtime верификация: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Сборка protokol-hud-manager.exe (18.8 МБ) и NSIS установщика (114 МБ) успешно скомпилирована. Заголовки PE и контрольные суммы SHA-256 проверены. Финальное подтверждение нативного Windows GUI остается открытым (signoff pending) до ручной приемки в среде с системным WebView2.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Синтетические видеофид-фикстуры: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Текущие скриншоты оверлеев используют сгенерированные тестовые таблицы (SMPTE таймкод), а не живые потоки VDO.Ninja реального турнира. Сквозная турнирная сессия CS2 в боевых условиях пока не подтверждена.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Отсутствие невалидированных бенчмарков: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В релизных материалах исключены неподтвержденные бенчмарки RAM и задержек, а также громкие маркетинговые статусы. Текущая версия приложения — 0.1.0.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ИТОГИ И ДОРОЖНАЯ КАРТА  •  STRATEGIC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Готовность к внедрению и вектор технологического развития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Надежная основа для эфиров CS2 с понятным планом функционального масштабирования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rPr/>
              <a:t>КЛЮЧЕВЫЕ ВЫГОДЫ ДЛЯ ТУРНИРА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★ Снижение риска сбоев эфира: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Отказ от внешнего рантайма Node.js и тяжелых промежуточных сервисов в пользу скомпилированного нативного бэкенда.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★ Премиальная картинка трансляции: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Три готовых самобытных стиля оверлеев (Cyber, Broadcast, Championship) закрывают потребности любых форматов — от региональных квалификаций до гранд-финалов.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★ Быстрый старт вещания: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Автогенерация GSI конфига и единая кнопка экспорта OBS Browser Source минимизируют человеческий фактор при настройке.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★ Легкая замена графических материалов: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Модульная структура позволяет оперативно брендировать HUD под спонсоров и партнеров турнира.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rPr/>
              <a:t>ПЛАН РАЗВИТИЯ СИСТЕМЫ (ROADMAP v0.2+)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➔ WebRTC WebCam Hub: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Встроенный сервер WebRTC в ядре Axum для прямого подключения мобильных телефонов игроков как вебкамер по QR-коду без сторонних платформ.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➔ Интерактивный Theme Customizer: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Возможность кастомизировать градиенты и фирменные цвета команд прямо из графического интерфейса менеджера без правки CSS.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➔ Интеграция HLTV / Liquipedia API: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Автоматическая подгрузка актуальных аватаров игроков, истории встреч и турнирной сетки по коду матча.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➔ Событийный аудио-движок оверлея: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Синхронное воспроизведение саунд-эффектов (таймер C4, анонс Ace, победный гонг) напрямую в аудиодорожку браузерного источника OBS.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E5FF"/>
                </a:solidFill>
              </a:defRPr>
            </a:pPr>
            <a:r>
              <a:t>РАЗВЁРТЫВАНИЕ И ТЕЛЕМЕТРИЯ  •  PRACTICAL ONBOARDING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Установка, запуск и интеграция CS2 GSI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Развёртывание бинарника v0.1.0, авто-конфигурация CS2 cfg и ключевое разделение потоков наблюдателя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  <a:normAutofit fontScale="89000" lnSpcReduction="10000"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rPr/>
              <a:t>1. ЗАПУСК И ПУТИ ДАННЫХ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Бинарник: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Запуск protokol-hud-manager.exe (18.8 МБ). SmartScreen: «Подробнее» → «Выполнить в любом случае».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База данных SQLite WAL: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Автосоздание рабочей БД %APPDATA%\PROTOKOL HUD\protokol.db со всеми таблицами при старте.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Сетевой порт ядра :1349: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HTTP/WebSocket сервер слушает http://127.0.0.1:1349 с автоперебором fallback-портов до :1359.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Каталог оверлеев: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Паки раздаются строго из %APPDATA%\PROTOKOL HUD\overlays\ по URL /overlay/&lt;pack&gt;/.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  <a:normAutofit fontScale="84000" lnSpcReduction="10000"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rPr/>
              <a:t>2. КОНФИГУРАЦИЯ CS2 GSI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Автопоиск каталога CS2: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Кнопка «Установить GSI cfg в CS2» в Настройках автоматически находит путь к игре на дисках C:..Z:.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Точный путь к cfg: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Создается в &lt;Steam&gt;\...\game\csgo\cfg\gamestate_integration_protokol.cfg с URI /api/gsi.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Авторизация auth.token: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UUID v4 токен генерируется в таблице настроек и отсекает посторонний трафик (401 Unauthorized).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Холодный старт CS2: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CS2 считывает GSI-конфиги только при старте: если игра была открыта, требуется полный перезапуск.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  <a:normAutofit fontScale="84000" lnSpcReduction="10000"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rPr/>
              <a:t>3. НАБЛЮДАТЕЛЬ VS POV / DEDICATED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Клиент наблюдателя (GOTV):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ОБЯЗАТЕЛЬНО: только спектатор получает от CS2 полный дамп allplayers_* по 10 игрокам.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Ограничение POV-клиента: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Клиент обычного игрока из античит-соображений не шлет чужие данные: оверлей и радар останутся пустыми.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Выделенный сервер: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Прямой GSI с Dedicated Server возможен, но для локального вещания стандартом является клиент обсервера.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Сетевой обсервер: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При отдельном ПК обсервера в cfg указывается IP эфирного ПК и открывается порт 1349 TCP в Firewall.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B82F6"/>
                </a:solidFill>
              </a:defRPr>
            </a:pPr>
            <a:r>
              <a:t>ЭФИРНЫЙ СЕТАП  •  PRODUCTION &amp; PACK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Настройка OBS Studio и управление HUD-паками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Параметры Browser Source, прозрачный альфа-канал, защита WebSocket и безопасный импорт оверлеев из ZIP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  <a:normAutofit fontScale="84000" lnSpcReduction="10000"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rPr/>
              <a:t>ИНТЕГРАЦИЯ В OBS STUDIO (BROWSER SOURCE)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Параметры Browser Source: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URL: http://127.0.0.1:1349/overlay/&lt;pack&gt;/index.html. Разрешение строго 1920×1080 @ 60 FPS, поле Custom CSS оставить пустым.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Критический флаг: Источник видим: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СНИМИТЕ флаг: «Завершать захват, когда источник невидим». Иначе при смене сцен рвется сокет /ws и HUD заново инициализируется с задержкой.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Критический флаг: Без перезагрузки: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СНИМИТЕ флаг: «Перезагружать браузер, когда сцена становится активной». Включите аппаратное ускорение браузера в OBS.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Прозрачный фон и сброс кэша: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Оверлеи имеют background: transparent поверх захвата игры. При обновлении CSS/JS: Правый клик в OBS → «Обновить кэш текущей страницы».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OBS WebSocket v5 (порт :4455):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Переключение сцен (Match, Casters, Replay) и запуск трансляции/записи напрямую из вкладки «Трансляция» PROTOKOL менеджера.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  <a:normAutofit fontScale="84000" lnSpcReduction="10000"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rPr/>
              <a:t>УПРАВЛЕНИЕ И ИМПОРТ HUD-ПАКОВ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Каталог раздачи в AppData: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Сервер раздает паки из %APPDATA%\PROTOKOL HUD\overlays\&lt;pack&gt;\. Старые паки OpenHUD мигрируют автоматически при старте.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Импорт паков из ZIP через GUI: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Вкладка «HUD-паки» → поле «Импорт пака из ZIP» → указать путь и нажать «Установить». Встроена защита от Zip-Slip / Path Traversal.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Структура автономного пака: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Минимум: index.html, hud.js, hud.css, assets/ и radars.json. Подключение общего транспорта: &lt;script src="../_core/core.js"&gt;.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Мгновенная смена активного HUD: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Выбор стиля в приложении не требует перезапуска OBS: событие hud_activated мгновенно передается открытым оверлеям по WebSocket.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3 готовых турнирных стиля: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fennec-cyber (неон/скайлайн), fennec-broadcast (ТВ-таблицы/стекло) и fennec-championship (золото/оникс) полностью готовы к эфиру.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НАДЁЖНОСТЬ ЭФИРА  •  OPERATIONS &amp;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Веб-камеры игроков, регламент эфира и диагностика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Привязка SteamID64 к VDO.Ninja, фолбэк на 2D-аватары агентов, чек-лист оператора и устранение сбоев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  <a:normAutofit fontScale="84000" lnSpcReduction="10000"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rPr/>
              <a:t>СИСТЕМА ДИНАМИЧЕСКОГО ФОКУСА ВЕБ-КАМЕР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Привязка по 17-значному SteamID64: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Страница «Веб-камеры»: каждый SteamID связывается с видеопотоком. При спектаторстве в CS2 видео монтируется в карточку автоматически.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Кэширование DOM без мерцания: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Пока спектатор наблюдает за одним игроком, тики GSI не пересоздают DOM-элемент &lt;video&gt;/&lt;iframe&gt; (cameraSlots) и не сбрасывают видеопоток.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Поддержка VDO.Ninja и Direct Video: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Формат iframe: https://vdo.ninja/?view=...&amp;cleanoutput&amp;transparent. Параметр &amp;muted выставляется ядром принудительно для защиты от эха.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Штатный Dual-Mode фолбэк на агента: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При отсутствии камеры отображается статический 2D-бодишот агента CS2 (CT/T). Параметр ?cam=live делает вырез прозрачным под камеру OBS.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Встроенный предпросмотр перед матчем: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Оператор трансляции может проверить видео каждого игрока в модальном плеере менеджера до выхода в эфир.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  <a:normAutofit fontScale="84000" lnSpcReduction="10000"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rPr/>
              <a:t>ЧЕК-ЛИСТ ОПЕРАТОРА И УСТРАНЕНИЕ НЕПОЛАДОК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Порядок запуска (Launch Ordering):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1. Запуск PROTOKOL Manager (:1349) → 2. Запуск OBS Studio → 3. Холодный запуск CS2 (обсервер) → 4. Вход на сервер / GOTV.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Видно только 1 игрока, радар пустой: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CS2 запущена на обычном клиентском POV-аккаунте. Перейдите в режим наблюдателя (spectator) или GOTV.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Индикатор Live неактивен, нет данных: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CS2 не перезапускалась после создания cfg; cfg в старой csgo\cfg\; не совпадает auth.token; порт 1349 занят (netstat -ano).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Чёрный экран оверлея в OBS Studio: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Проверьте URL: /overlay/&lt;name&gt;/index.html (overlay в ед. числе), проверьте файлы в %APPDATA%, обновите кэш Browser Source.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Веб-камера игрока не отображается: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Проверьте SteamID (ровно 17 цифр), проверьте отсутствие логина/пароля в URL, выберите тип «iframe / VDO.Ninja» для ссылок VDO.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