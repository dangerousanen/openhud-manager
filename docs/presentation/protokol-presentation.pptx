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функциональное обоснование. В отличие от legacy-решений, PROTOKOL объединяет прием GSI, SQLite-хранилище и управление вещанием в едином нативном приложении с автоматической настройкой конфигов CS2.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энергичная киберспортивная геометрия. Скриншот демонстрирует прозрачный радар и статический 2D-фолбэк агента спецназа (SAS/CT) при отсутствии активной веб-камеры (не является видеопотоком камеры, без имитации игрового фона). При подключении камеры окно бесшовно занимает живой видеопоток.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На скриншоте показан прозрачный радар и статический 2D-фолбэк агента террористов при отсутствии видеопотока (не вебкамера, без наложения фейкового геймплея).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Скриншот фиксирует прозрачный радар и статический 2D-фолбэк агента спецназа (SAS) вместо видеопотока веб-камеры (без фейкового фона геймплея). Подтверждена стабильная однострочная верстка ростеров при длинных никнеймах игроков.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статический аватар агента CS2 (надежный фолбэк).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сетевой GSI-приемник на Rust Axum, раздача событий по WebSocket в оверлеи и асинхронное сохранение сессий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честность: четко фиксируем, что доказано автотестами (36 тестов библиотеки, 5 тестов хранилища, 33 backend E2E), а что требует приемки на физической Windows-машине и в боевой CS2 турнирной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резюме. Зафиксированы подтвержденные возможности версии 0.1.0, границы текущей верификации и практический план дальнейшего развития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11: Практическое развёртывание и настройка CS2 GSI. Акцент на критическом требовании Valve: полные данные по всем 10 игрокам и радару передаются исключительно на клиент наблюдателя (GOTV / Spectator), а не на обычный клиент игрока (POV). Настройка конфига выполняется в один клик из интерфейса Настроек менеджера.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12: Настройка эфирного софта и оверлеев. Разбор критических настроек OBS Browser Source — предотвращение разрыва WebSocket-канала при переключении сцен. Демонстрация безопасного импорта паков через ZIP-архивы и раздачи оверлеев из AppData.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13: Работа с веб-камерами и регламент оператора. Гарантия стабильности: система кэширования DOM предотвращает мерцание видеопотоков, а при отсутствии веб-камеры включается статический аватар агента. Чек-лист и типовые сценарии устранения неполадок обеспечивают готовность технической бригады к любым инцидентам.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rPr/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/>
              <a:t>Автономный нативный комбайн управления трансляциями CS2:</a:t>
            </a:r>
            <a:br/>
            <a:r>
              <a:rPr/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rPr/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rPr/>
              <a:t>БАЗА ДАННЫХ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SQLite WAL (локально)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rPr/>
              <a:t>ТЕЛЕМЕТРИЯ CS2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Realtime WebSocket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rPr/>
              <a:t>ФОРМ-ФАКТОР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Tauri Desktop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Конфигурация GSI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Ручная правка cfg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Ручное копирование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Автогенерация из GUI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Скомпилированное нативное ядро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Бэкенд на Rust с Axum и асинхронным рантаймом Tokio вместо интерпретируемых серверных скриптов.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Единый настольный комплекс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Tauri v2 объединяет интерфейс оператора, прием GSI, хранилище SQLite и отдачу оверлеев в единое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Централизованный интерфейс оператора для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clean-agent-maj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Оверлей 1080p: прозрачный радар, статический 2D-фолбэк агента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3000" lnSpcReduction="10000"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Встроенная скошенная 16:9 окантовка с бейджем «LIVE CAM». При отсутствии камеры отображается статический агент.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Чистые неоновые контуры карты CS2 без громоздкого черного фонового квадрата (альфа-прозрачность).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clean-agent-maj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Студийный оверлей: прозрачная миникарта, статический агент CT/T в фокусе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8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Крупные, четко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hampionship-clean-agent-maj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Золотой HUD: прозрачный радар, однострочные ростеры, статический агент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4000" lnSpcReduction="10000"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Финальные стадии, арена-трансляции, турнирные серии и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5000" lnSpcReduction="10000"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Оператор может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1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Прием JSON-пейлоадов от движка CS2 по спецификации GSI.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Совместимый порт-мост :31982 с проверкой токена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Трекинг фрагов раунда (round_kills) для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Атомарное обновление структуры MatchSnap в асинхронном рантайме.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Асинхронные задачи Tokio для записи истории без блокировки сетевого цикла.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Компактный нативный бинарник без тяжелого виртуального окружения.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WebSocket Broadcast (Realtime)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Событийная доставка обновлений состояния матча в оверлеи OBS Studio.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Прозрачный альфа-канал без черного фона с контурным свечением.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33 E2E теста бэкенда пройдены успешно; 36 модульных тестов библиотеки и 5 интеграционных тестов camera_storage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Сборка protokol-hud-manager.exe (18.8 МБ) и NSIS установщика (114 МБ) успешно скомпилирована. Заголовки PE и контрольные суммы SHA-256 проверены. Финальное подтверждение нативного Windows GUI остается открытым (signoff pending) до ручной приемки в среде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Текущие скриншоты оверлеев используют сгенерированные тестовые таблицы (SMPTE таймкод), а не живые потоки VDO.Ninja реального турнира. Сквозная турнирная сессия CS2 в боевых условиях пока не подтверждена.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Отсутствие невалидированных бенчмарков: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 релизных материалах исключены неподтвержденные бенчмарки RAM и задержек, а также громкие маркетинговые статусы. Текущая версия приложения — 0.1.0.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Снижение риска сбоев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Отказ от внешнего рантайма Node.js и тяжелых промежуточных сервисов в пользу скомпилированного нативного бэкенда.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ПЛАН РАЗВИТИЯ СИСТЕМЫ (ROADMAP v0.2+)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РАЗВЁРТЫВАНИЕ И ТЕЛЕМЕТРИЯ  •  PRACTICAL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Установка, запуск и интеграция CS2 GSI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Развёртывание бинарника v0.1.0, авто-конфигурация CS2 cfg и ключевое разделение потоков наблюдателя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ЗАПУСК И ПУТИ ДАННЫХ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Бинарник: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Запуск protokol-hud-manager.exe (18.8 МБ). SmartScreen: «Подробнее» → «Выполнить в любом случае».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База данных SQLite WAL: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Автосоздание рабочей БД %APPDATA%\PROTOKOL HUD\protokol.db со всеми таблицами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Сетевой порт ядра :1349: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HTTP/WebSocket сервер слушает http://127.0.0.1:1349 с автоперебором fallback-портов до :1359.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оверлеев: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Паки раздаются строго из %APPDATA%\PROTOKOL HUD\overlays\ по URL /overlay/&lt;pack&gt;/.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КОНФИГУРАЦИЯ CS2 GSI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Автопоиск каталога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Кнопка «Установить GSI cfg в CS2» в Настройках автоматически находит путь к игре на дисках C:..Z:.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Точный путь к cfg: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Создается в &lt;Steam&gt;\...\game\csgo\cfg\gamestate_integration_protokol.cfg с URI /api/gsi.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Авторизация auth.token: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UUID v4 токен генерируется в таблице настроек и отсекает посторонний трафик (401 Unauthorized).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Холодный старт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считывает GSI-конфиги только при старте: если игра была открыта, требуется полный перезапуск.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3. НАБЛЮДАТЕЛЬ VS POV / DEDICATED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Клиент наблюдателя (GOTV):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ОБЯЗАТЕЛЬНО: только спектатор получает от CS2 полный дамп allplayers_* по 10 игрокам.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Ограничение POV-клиента: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Клиент обычного игрока из античит-соображений не шлет чужие данные: оверлей и радар останутся пустыми.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Выделенный 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Прямой GSI с Dedicated Server возможен, но для локального вещания стандартом является клиент обсервера.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Сетевой обсервер: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отдельном ПК обсервера в cfg указывается IP эфирного ПК и открывается порт 1349 TCP в Firewall.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ЭФИРНЫЙ СЕТАП  •  PRODUCTION &amp; PACK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Настройка OBS Studio и управление HUD-паками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Параметры Browser Source, прозрачный альфа-канал, защита WebSocket и безопасный импорт оверлеев из 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ИНТЕГРАЦИЯ В OBS STUDIO (BROWSER SOURCE)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Параметры Browser Source: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URL: http://127.0.0.1:1349/overlay/&lt;pack&gt;/index.html. Разрешение строго 1920×1080 @ 60 FPS, поле Custom CSS оставить пустым.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Источник видим: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«Завершать захват, когда источник невидим». Иначе при смене сцен рвется сокет /ws и HUD заново инициализируется с задержкой.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Без перезагрузки: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«Перезагружать браузер, когда сцена становится активной». Включите аппаратное ускорение браузера в OBS.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Прозрачный фон и сброс кэша: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Оверлеи имеют background: transparent поверх захвата игры. При обновлении CSS/JS: Правый клик в OBS → «Обновить кэш текущей страницы».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OBS WebSocket v5 (порт :4455):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Переключение сцен (Match, Casters, Replay) и запуск трансляции/записи напрямую из вкладки «Трансляция» PROTOKOL менеджера.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УПРАВЛЕНИЕ И ИМПОРТ HUD-ПАКОВ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раздачи в AppData: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Сервер раздает паки из %APPDATA%\PROTOKOL HUD\overlays\&lt;pack&gt;\. Старые паки OpenHUD мигрируют автоматически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Импорт паков из ZIP через GUI: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Вкладка «HUD-паки» → поле «Импорт пака из ZIP» → указать путь и нажать «Установить». Встроена защита от Zip-Slip / Path Traversal.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Структура автономного пака: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Минимум: index.html, hud.js, hud.css, assets/ и radars.json. Подключение общего транспорта: &lt;script src="../_core/core.js"&gt;.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Мгновенная смена активного HUD: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Выбор стиля в приложении не требует перезапуска OBS: событие hud_activated мгновенно передается открытым оверлеям по WebSocket.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3 готовых турнирных стиля: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fennec-cyber (неон/скайлайн), fennec-broadcast (ТВ-таблицы/стекло) и fennec-championship (золото/оникс) полностью готовы к эфиру.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НАДЁЖНОСТЬ ЭФИРА  •  OPERATIONS &amp;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Веб-камеры игроков, регламент эфира и 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Привязка SteamID64 к VDO.Ninja, фолбэк на 2D-аватары агентов, чек-лист оператора и устранение сбоев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СИСТЕМА ДИНАМИЧЕСКОГО ФОКУСА ВЕБ-КАМЕР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Привязка по 17-значному SteamID64: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Страница «Веб-камеры»: каждый SteamID связывается с видеопотоком. При спектаторстве в CS2 видео монтируется в карточку автоматически.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Кэширование DOM без мерцания: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Пока спектатор наблюдает за одним игроком, тики GSI не пересоздают DOM-элемент &lt;video&gt;/&lt;iframe&gt; (cameraSlots) и не сбрасывают видеопоток.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Поддержка VDO.Ninja и Direct Video: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Формат iframe: https://vdo.ninja/?view=...&amp;cleanoutput&amp;transparent. Параметр &amp;muted выставляется ядром принудительно для защиты от эха.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Штатный Dual-Mode фолбэк на агента: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отсутствии камеры отображается статический 2D-бодишот агента CS2 (CT/T). Параметр ?cam=live делает вырез прозрачным под камеру OBS.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Встроенный предпросмотр перед матчем: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Оператор трансляции может проверить видео каждого игрока в модальном плеере менеджера до выхода в эфир.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ЧЕК-ЛИСТ ОПЕРАТОРА И УСТРАНЕНИЕ НЕПОЛАДОК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Порядок запуска (Launch Ordering):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1. Запуск PROTOKOL Manager (:1349) → 2. Запуск OBS Studio → 3. Холодный запуск CS2 (обсервер) → 4. Вход на сервер /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Видно только 1 игрока, радар пустой: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запущена на обычном клиентском POV-аккаунте. Перейдите в режим наблюдателя (spectator) или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Индикатор Live неактивен, нет данных: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не перезапускалась после создания cfg; cfg в старой csgo\cfg\; не совпадает auth.token; порт 1349 занят (netstat -ano).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Чёрный экран оверлея в OBS Studio: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URL: /overlay/&lt;name&gt;/index.html (overlay в ед. числе), проверьте файлы в %APPDATA%, обновите кэш Browser Source.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Веб-камера игрока не отображается: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SteamID (ровно 17 цифр), проверьте отсутствие логина/пароля в URL, выберите тип «iframe / VDO.Ninja» для ссылок VDO.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